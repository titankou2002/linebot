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816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31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463040"/>
            <a:ext cx="54864" cy="2194560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371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磁磚業的 AI 智能客服革命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423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一套 LINE 機器人，讓庫存查詢、保留下單、物流追蹤全部自動化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246120"/>
            <a:ext cx="2011680" cy="411480"/>
          </a:xfrm>
          <a:prstGeom prst="rect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庫存查詢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26080" y="3246120"/>
            <a:ext cx="2011680" cy="411480"/>
          </a:xfrm>
          <a:prstGeom prst="rect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260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保留下單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212080" y="3246120"/>
            <a:ext cx="2011680" cy="411480"/>
          </a:xfrm>
          <a:prstGeom prst="rect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2080" y="3246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🚚 物流追蹤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4297680"/>
            <a:ext cx="1005840" cy="502920"/>
          </a:xfrm>
          <a:prstGeom prst="ellipse">
            <a:avLst/>
          </a:prstGeom>
          <a:solidFill>
            <a:srgbClr val="06C755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297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 Bot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4663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由 BT Antigravity 技術提供支援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0" y="731520"/>
            <a:ext cx="91440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36992" y="621792"/>
            <a:ext cx="585216" cy="137160"/>
          </a:xfrm>
          <a:prstGeom prst="rect">
            <a:avLst/>
          </a:prstGeom>
          <a:solidFill>
            <a:srgbClr val="111111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19872" y="2267712"/>
            <a:ext cx="219456" cy="109728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Shape 15"/>
          <p:cNvSpPr/>
          <p:nvPr/>
        </p:nvSpPr>
        <p:spPr>
          <a:xfrm>
            <a:off x="7863840" y="1005840"/>
            <a:ext cx="731520" cy="109728"/>
          </a:xfrm>
          <a:prstGeom prst="rect">
            <a:avLst/>
          </a:prstGeom>
          <a:solidFill>
            <a:srgbClr val="06C755"/>
          </a:solidFill>
          <a:ln/>
        </p:spPr>
      </p:sp>
      <p:sp>
        <p:nvSpPr>
          <p:cNvPr id="19" name="Shape 16"/>
          <p:cNvSpPr/>
          <p:nvPr/>
        </p:nvSpPr>
        <p:spPr>
          <a:xfrm>
            <a:off x="7863840" y="1261872"/>
            <a:ext cx="731520" cy="10972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7"/>
          <p:cNvSpPr/>
          <p:nvPr/>
        </p:nvSpPr>
        <p:spPr>
          <a:xfrm>
            <a:off x="7863840" y="1517904"/>
            <a:ext cx="731520" cy="109728"/>
          </a:xfrm>
          <a:prstGeom prst="rect">
            <a:avLst/>
          </a:prstGeom>
          <a:solidFill>
            <a:srgbClr val="2A2A2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每天，您的業務在做這些事⋯⋯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292608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電話查庫存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客戶打來問有沒有 RC612110，你翻試算表翻10分鐘才回覆。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292608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65176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37560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手工填保留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37560" y="2468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傳品號、電話確認、Excel 記錄，一單來回3次以上。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292608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🚚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追不到貨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客戶問貨到哪了？打電話給師傅，師傅說快到了，等了兩小時。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1A0A0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CC"/>
                </a:solidFill>
              </a:rPr>
              <a:t>這些都是可以被自動化取代的重複勞動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31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94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輸入一行字，一切自動處理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1097280" y="2286000"/>
            <a:ext cx="1645920" cy="1645920"/>
          </a:xfrm>
          <a:prstGeom prst="ellipse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秒查庫存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品號 → 即時庫存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2286000"/>
            <a:ext cx="1645920" cy="1645920"/>
          </a:xfrm>
          <a:prstGeom prst="ellipse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3832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一鍵下保留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自動填入、自動審核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286000"/>
            <a:ext cx="1645920" cy="1645920"/>
          </a:xfrm>
          <a:prstGeom prst="ellipse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17920" y="2331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🚚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436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即時追蹤配送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43600" y="4572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查司機位置、撥打電話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不需要新 App  ·  不需要培訓  ·  LINE 上直接用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C7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 庫存查詢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</a:rPr>
              <a:t>輸入品號，秒回結果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支援品號模糊比對（輸入部分字元也能找到）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自動顯示系列名稱、顏色、磁磚尺寸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可用庫存即時扣減保留量，數字精準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業務/老闆/</a:t>
            </a:r>
            <a:r>
              <a:rPr lang="en-US" sz="1400" dirty="0" err="1">
                <a:solidFill>
                  <a:srgbClr val="FFFFFF"/>
                </a:solidFill>
              </a:rPr>
              <a:t>客戶各看到不同權限資訊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新批到港提醒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缺貨時，類似產品推薦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4023360"/>
            <a:ext cx="1280160" cy="411480"/>
          </a:xfrm>
          <a:prstGeom prst="rect">
            <a:avLst/>
          </a:prstGeom>
          <a:solidFill>
            <a:srgbClr val="06C755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 充足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4023360"/>
            <a:ext cx="1280160" cy="41148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 確認中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023360"/>
            <a:ext cx="1280160" cy="411480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4023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 缺貨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</a:rPr>
              <a:t>[ 截圖 01 ]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</a:rPr>
              <a:t>貼入 mockups.html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</a:rPr>
              <a:t>Screen 01 截圖</a:t>
            </a:r>
            <a:endParaRPr lang="en-US" sz="11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C2824AF-C2FC-F14F-13F2-166EF7AD1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30258"/>
            <a:ext cx="4189409" cy="40045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389120" y="365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94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線上保留單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</a:rPr>
              <a:t>美感與效率兼具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55448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品號、數量、客戶名稱自動帶入，零手動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支援最多 10 </a:t>
            </a:r>
            <a:r>
              <a:rPr lang="en-US" sz="1400" dirty="0" err="1">
                <a:solidFill>
                  <a:srgbClr val="FFFFFF"/>
                </a:solidFill>
              </a:rPr>
              <a:t>個品項同時一鍵送出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即時庫存狀態</a:t>
            </a:r>
            <a:r>
              <a:rPr lang="en-US" sz="1400" dirty="0">
                <a:solidFill>
                  <a:srgbClr val="FFFFFF"/>
                </a:solidFill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樣品圖縮圖</a:t>
            </a:r>
            <a:endParaRPr lang="en-US" sz="1400" dirty="0">
              <a:solidFill>
                <a:srgbClr val="FFFFFF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到港時間提示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 err="1">
                <a:solidFill>
                  <a:srgbClr val="FFFFFF"/>
                </a:solidFill>
              </a:rPr>
              <a:t>自動產生保留單號</a:t>
            </a:r>
            <a:r>
              <a:rPr lang="en-US" sz="1400" dirty="0">
                <a:solidFill>
                  <a:srgbClr val="FFFFFF"/>
                </a:solidFill>
              </a:rPr>
              <a:t> (REQ-MMDD-</a:t>
            </a:r>
            <a:r>
              <a:rPr lang="en-US" sz="1400" dirty="0" err="1">
                <a:solidFill>
                  <a:srgbClr val="FFFFFF"/>
                </a:solidFill>
              </a:rPr>
              <a:t>HHmm</a:t>
            </a:r>
            <a:r>
              <a:rPr lang="en-US" sz="1400" dirty="0">
                <a:solidFill>
                  <a:srgbClr val="FFFFFF"/>
                </a:solidFill>
              </a:rPr>
              <a:t>-XXX)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Instagram 深色美學，手機體驗極致精緻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160520"/>
            <a:ext cx="22860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Instagram Style UI</a:t>
            </a:r>
            <a:endParaRPr lang="en-US" sz="12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08A191D-E279-5331-4067-ECE1B0ED6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17" y="0"/>
            <a:ext cx="289213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C7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 主管審核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</a:rPr>
              <a:t>一鍵核准，防錯自動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保留單送出後即時推送 LINE 群組通知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缺貨品項自動亮紅色警示，觸目驚心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庫存不足時核准按鈕自動停用，防止誤點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同時顯示多筆保留單，一次審核完畢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3840480"/>
            <a:ext cx="4389120" cy="822960"/>
          </a:xfrm>
          <a:prstGeom prst="rect">
            <a:avLst/>
          </a:prstGeom>
          <a:solidFill>
            <a:srgbClr val="1A0505"/>
          </a:solidFill>
          <a:ln w="1016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888"/>
                </a:solidFill>
              </a:rPr>
              <a:t>⚠️  缺貨自動警示  →  核准按鈕自動鎖定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320040"/>
            <a:ext cx="3474720" cy="4480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1737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</a:rPr>
              <a:t>[ 截圖 03 ]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</a:rPr>
              <a:t>貼入 mockups.html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A2A2A"/>
                </a:solidFill>
              </a:rPr>
              <a:t>Screen 03 截圖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389120" y="365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🚚  配送追蹤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</a:rPr>
              <a:t>不用打電話追貨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554480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輸入「查貨」，即時查詢今日配送狀態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顯示司機姓名、車牌號碼，一鍵撥打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地圖顯示貨車即時位置與路線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</a:rPr>
              <a:t>預計到達時間即時更新，不再空等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3840480"/>
            <a:ext cx="4389120" cy="822960"/>
          </a:xfrm>
          <a:prstGeom prst="rect">
            <a:avLst/>
          </a:prstGeom>
          <a:solidFill>
            <a:srgbClr val="050A05"/>
          </a:solidFill>
          <a:ln w="10160">
            <a:solidFill>
              <a:srgbClr val="06C7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38404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FF88"/>
                </a:solidFill>
              </a:rPr>
              <a:t>⏱️  客戶自助查貨，業務省下每天 10+ 通追蹤電話</a:t>
            </a:r>
            <a:endParaRPr lang="en-US" sz="12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87C62B5-0280-BD29-900D-4747E410D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69" y="0"/>
            <a:ext cx="278283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還有更多⋯⋯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</a:rPr>
              <a:t>分級權限系統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業務/老闆/客戶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看到不同資訊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31920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6C755"/>
                </a:solidFill>
              </a:rPr>
              <a:t>包裝明細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AAAAAA"/>
                </a:solidFill>
              </a:rPr>
              <a:t>包裝明細尺寸即時回覆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66560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chemeClr val="bg1"/>
                </a:solidFill>
              </a:rPr>
              <a:t>保留查詢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72200" y="1828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AAAAAA"/>
                </a:solidFill>
              </a:rPr>
              <a:t>保留查詢分級制</a:t>
            </a:r>
            <a:endParaRPr lang="en-US" sz="1100" dirty="0">
              <a:solidFill>
                <a:srgbClr val="AAAAAA"/>
              </a:solidFill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AAAAAA"/>
                </a:solidFill>
              </a:rPr>
              <a:t>有效追縱案件進度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🖼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</a:rPr>
              <a:t>圖片查詢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輸入品號自動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回傳磁磚花色圖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93192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</a:rPr>
              <a:t>Email 備份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每筆保留單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自動 Email 存底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971800"/>
            <a:ext cx="2651760" cy="1691640"/>
          </a:xfrm>
          <a:prstGeom prst="rect">
            <a:avLst/>
          </a:prstGeom>
          <a:solidFill>
            <a:srgbClr val="121212"/>
          </a:solidFill>
          <a:ln w="6350">
            <a:solidFill>
              <a:srgbClr val="2A2A2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7220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6656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C755"/>
                </a:solidFill>
              </a:rPr>
              <a:t>AI 對話整合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749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整合 AI，處理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</a:rPr>
              <a:t>非標準客服問題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257</Words>
  <Application>Microsoft Macintosh PowerPoint</Application>
  <PresentationFormat>如螢幕大小 (16:9)</PresentationFormat>
  <Paragraphs>102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高雅瓷 AI 智能客服 Pitch Deck</dc:title>
  <dc:subject>PptxGenJS Presentation</dc:subject>
  <dc:creator>PptxGenJS</dc:creator>
  <cp:lastModifiedBy>bigT KAO</cp:lastModifiedBy>
  <cp:revision>4</cp:revision>
  <dcterms:created xsi:type="dcterms:W3CDTF">2026-05-25T12:00:28Z</dcterms:created>
  <dcterms:modified xsi:type="dcterms:W3CDTF">2026-05-25T18:58:36Z</dcterms:modified>
</cp:coreProperties>
</file>